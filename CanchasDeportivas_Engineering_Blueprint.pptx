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410f8624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410f8624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80150" y="-192000"/>
            <a:ext cx="16416300" cy="933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345250" y="195375"/>
            <a:ext cx="15565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Canchas Deportivas: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y Despliegue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515950" y="2095850"/>
            <a:ext cx="9224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Blueprint del Sistema, Decisiones Arquitectónicas ADRs y Manual de Operaciones.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724750" y="4500325"/>
            <a:ext cx="8806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Nombres: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Wilson Cabrera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Daniel Cabrera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Cristian Jimenez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29 de agosto 2026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